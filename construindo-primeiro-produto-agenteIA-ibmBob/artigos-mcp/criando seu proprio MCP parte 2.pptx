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91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395728" y="1755648"/>
            <a:ext cx="6583680" cy="1426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DioClass na Pratica: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+ Storytelling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395728" y="3255264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ficticios criados via Bob.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em linguagem natural. Bob narra a historia.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voce vai aprender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1353312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estrutura de collections via Bob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33856" y="16459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prompt -&gt; Bob cria aluno, professor, aula e avaliacao com tipos corretos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8368" y="22768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" y="221284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4 tabelas com dados ficticios realistas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" y="250545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prof / 12 alunos / 20 aulas / 36 avaliacoes — tudo via chat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8368" y="31363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3072384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em linguagem natural — sem SQL explicito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3856" y="336499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cruza aluno + aula + professor + avaliacao para responder perguntas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8368" y="39959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39319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Storytelling: Bob narra, nao apenas lista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33856" y="4224528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professores, aluno destaque, aula mais impactante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a Estrutura e Populando via Bob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493776"/>
          </a:xfrm>
          <a:prstGeom prst="roundRect">
            <a:avLst>
              <a:gd name="adj" fmla="val 12963"/>
            </a:avLst>
          </a:prstGeom>
          <a:solidFill>
            <a:srgbClr val="0012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— ESTRUTURA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05456" y="1371600"/>
            <a:ext cx="608990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banco dioclass do Appwrite, crie 4 collections: aluno (nome, email, matricula, turma, ativo), professor (nome, email, especialidade, carga_horaria), aula (titulo, professor_id, data_hora, duracao_min, status), avaliacao (aluno_id, aula_id, nota, feedback, data)."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03504" y="1911096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3504" y="2139696"/>
            <a:ext cx="7936992" cy="36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aluno criada    v professor criada    v aula criada    v avaliacao criada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8229600" cy="768096"/>
          </a:xfrm>
          <a:prstGeom prst="roundRect">
            <a:avLst>
              <a:gd name="adj" fmla="val 8333"/>
            </a:avLst>
          </a:prstGeom>
          <a:solidFill>
            <a:srgbClr val="0012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6928" y="246888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6928" y="24688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— POPULAR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22576" y="2468880"/>
            <a:ext cx="623620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"Crie 5 professores (IA, Backend, Frontend, Mobile, DevOps), 12 alunos nas Turmas A/B/C, 20 aulas com datas de junho/2026, e 36 avaliacoes com notas de 6 a 10 e feedbacks construtivos."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18688"/>
            <a:ext cx="8229600" cy="1243584"/>
          </a:xfrm>
          <a:prstGeom prst="roundRect">
            <a:avLst>
              <a:gd name="adj" fmla="val 4412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03504" y="3282696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73 DOCUMENTOS CRIADOS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3504" y="3511296"/>
            <a:ext cx="7936992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5 professores  -&gt;  Maycon Batestin (IA) / Ana Paula (Backend) / Rafael (Frontend) / Juliana (Mobile) / Carlos (DevOps)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12 alunos      -&gt;  Turma A: Lucas, Beatriz, Thiago, Camila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Turma B: Pedro, Fernanda, Gabriel, Amanda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Turma C: Rodrigo, Isabela, Mateus, Larissa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20 aulas       -&gt;  15 realizadas + 5 agendadas, distribuidas entre os 5 professores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36 avaliacoes  -&gt;  notas entre 6.0 e 9.5 com feedbacks individuais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Prompt Perfeito para Storytelling com Dados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1664208"/>
          </a:xfrm>
          <a:prstGeom prst="roundRect">
            <a:avLst>
              <a:gd name="adj" fmla="val 3297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03504" y="1325880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 PROMPT STORYTELLING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03504" y="1554480"/>
            <a:ext cx="793699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"[CONSULTA]  Qual professor tem melhor desempenho no DioClass?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[DADOS]     Cruze as tabelas professor, aula e avaliacao.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Calcule media de notas por professor.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Inclua: numero de aulas e numero de alunos avaliados.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[FORMATO]   Apresente primeiro uma tabela com os numeros.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Depois narre a historia do 1. colocado em 2 paragrafos.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Use os nomes reais dos dados. Seja envolvente."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035808"/>
            <a:ext cx="2670048" cy="1591056"/>
          </a:xfrm>
          <a:prstGeom prst="roundRect">
            <a:avLst>
              <a:gd name="adj" fmla="val 4023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21792" y="31455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" y="31455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316382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as tabelas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639312"/>
            <a:ext cx="248716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nao adivinha quais collections cruzar. Diga explicitamente.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3035808"/>
            <a:ext cx="2670048" cy="1591056"/>
          </a:xfrm>
          <a:prstGeom prst="roundRect">
            <a:avLst>
              <a:gd name="adj" fmla="val 4023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520440" y="31455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520440" y="31455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316382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+ narrativa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639312"/>
            <a:ext cx="248716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 a tabela de numeros PRIMEIRO, depois a historia. Os dois juntos.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54496" y="3035808"/>
            <a:ext cx="2670048" cy="1591056"/>
          </a:xfrm>
          <a:prstGeom prst="roundRect">
            <a:avLst>
              <a:gd name="adj" fmla="val 4023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19088" y="31455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D17A"/>
          </a:solidFill>
          <a:ln w="12700">
            <a:solidFill>
              <a:srgbClr val="00D1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19088" y="314553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67728" y="316382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reais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19088" y="3639312"/>
            <a:ext cx="2487168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nomes reais" evita que Bob invente personagens. Fundamental.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1 — Ranking de Professores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0012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048256" y="1371600"/>
            <a:ext cx="65836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 conte a historia do ranking de professores do DioClass com base na media de notas. Use dados reais e narre de forma envolvente."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3291840"/>
          </a:xfrm>
          <a:prstGeom prst="roundRect">
            <a:avLst>
              <a:gd name="adj" fmla="val 1944"/>
            </a:avLst>
          </a:prstGeom>
          <a:solidFill>
            <a:srgbClr val="001810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" y="19202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157984"/>
            <a:ext cx="7863840" cy="285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DioClass de junho de 2026, cinco professores disputaram, sem saber, o titulo de quem mais inspira.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[1.]  Maycon Batestin lidera com media 9.1 — seus alunos de IA nao apenas aprendem, eles se transformam.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Lucas Oliveira (9.0), Beatriz Santos (8.5) e mais 8 alunos sairam das aulas de Machine Learning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pedindo mais. "A maior nota e a curiosidade que ele desperta", disse um feedback anonimo.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[2.]  Rafael Moreira (React) vem logo atras com media 8.8. Pedro Alves conquistou 9.5 — o maior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 turma. Seus alunos viraram contribuidores open source.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[3.]  Ana Paula Ferreira fecha o podio com 8.6 — e o detalhe mais curioso: 100% dos seus alunos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tiraram acima de 7.0. A turma mais consistente do DioClass.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geral: 8.4  /  Total de avaliacoes: 36  /  Melhor nota: 9.5 (Pedro — React)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2 — Aluno Destaque  /  Join 3 — Aula Mais Impactante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77640" cy="438912"/>
          </a:xfrm>
          <a:prstGeom prst="roundRect">
            <a:avLst>
              <a:gd name="adj" fmla="val 14583"/>
            </a:avLst>
          </a:prstGeom>
          <a:solidFill>
            <a:srgbClr val="0012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99616" y="1371600"/>
            <a:ext cx="28163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"Aluno com mais aulas e melhor media? Cruze aluno, avaliacao e aula."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3977640" cy="2724912"/>
          </a:xfrm>
          <a:prstGeom prst="roundRect">
            <a:avLst>
              <a:gd name="adj" fmla="val 2349"/>
            </a:avLst>
          </a:prstGeom>
          <a:solidFill>
            <a:srgbClr val="0010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" y="18836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2103120"/>
            <a:ext cx="3639312" cy="2322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Alves — Turma B (Frontend)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aluno do mes. Os dados nao mentem.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fez 8 aulas (mais que qualquer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colega), media 9.2, melhor feedback: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"Parece que React foi feito para ele."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React Hooks c/ Rafael    9.5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Machine Learning c/ Maycon  9.0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APIs REST c/ Ana Paula   9.1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Frequentou aulas FORA da sua turma.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73 docs, Pedro tem mais conexoes.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3977640" cy="438912"/>
          </a:xfrm>
          <a:prstGeom prst="roundRect">
            <a:avLst>
              <a:gd name="adj" fmla="val 14583"/>
            </a:avLst>
          </a:prstGeom>
          <a:solidFill>
            <a:srgbClr val="0012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818888" y="1371600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18888" y="13716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60720" y="1371600"/>
            <a:ext cx="28163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"Aula com maior media? Tabela + narrativa. Cruze avaliacao e aula."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792224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091624"/>
          </a:solidFill>
          <a:ln w="12700">
            <a:solidFill>
              <a:srgbClr val="007A8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55464" y="1856232"/>
            <a:ext cx="36850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— 3 TABELAS CRUZADAS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55464" y="2084832"/>
            <a:ext cx="3685032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               Prof.       Media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Hooks Av.    Rafael       9.1  [1]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ML           Maycon       8.9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 REST          Ana Paula    8.8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Inicial    Juliana      8.4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Docker/K8s         Carlos       8.0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072384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001018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64608" y="316382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(narrativa):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3383280"/>
            <a:ext cx="365760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"React Hooks Avancados" foi o momento em que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B descobriu que programar pode ser elegante.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preparou uma aula que comecou com um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simples e terminou com 8 alunos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um mini-app ao vivo.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"Finalmente entendi o useEffect" aparece em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dos 8 feedbacks. Uma aula. Oito transformacoes.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19  ·  Formacao IBM Bob — DIO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7316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Arco Completo — Aulas 18 e 19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16736" y="1371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MCP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16736" y="1645920"/>
            <a:ext cx="7040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tentativas, 3 erros. Bob nao enxerga o Appwrite.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210312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2103120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16736" y="21214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+ MCP Global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16736" y="2395728"/>
            <a:ext cx="7040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-&gt; uv -&gt; prompt. Bob conectado. MCP ativo.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852928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852928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287121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o DioClass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16736" y="3145536"/>
            <a:ext cx="7040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documentos criados via linguagem natural. Zero console.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152236"/>
          </a:solidFill>
          <a:ln w="12700">
            <a:solidFill>
              <a:srgbClr val="007A8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602736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00D17A"/>
          </a:solidFill>
          <a:ln w="12700">
            <a:solidFill>
              <a:srgbClr val="00D1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602736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16736" y="362102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+ joins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16736" y="3895344"/>
            <a:ext cx="7040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complexas. Bob cruza dados e narra historias reais.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360708a3a18972d2f586f86725bfcaae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632dd81bacdc9e7deeb2f4c85c231b61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470252F8-9BC2-4398-95D0-D5F26BD94402}"/>
</file>

<file path=customXml/itemProps2.xml><?xml version="1.0" encoding="utf-8"?>
<ds:datastoreItem xmlns:ds="http://schemas.openxmlformats.org/officeDocument/2006/customXml" ds:itemID="{CB81A84F-9945-4AEC-8445-0AB692DDA3DD}"/>
</file>

<file path=customXml/itemProps3.xml><?xml version="1.0" encoding="utf-8"?>
<ds:datastoreItem xmlns:ds="http://schemas.openxmlformats.org/officeDocument/2006/customXml" ds:itemID="{8E1D3E16-07C5-4AB7-9938-0B2AD3E732D4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1024</Words>
  <Application>Microsoft Macintosh PowerPoint</Application>
  <PresentationFormat>Apresentação na tela (16:9)</PresentationFormat>
  <Paragraphs>122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19 - DioClass na Pratica: Popular + Storytelling</dc:title>
  <dc:subject>PptxGenJS Presentation</dc:subject>
  <dc:creator>PptxGenJS</dc:creator>
  <cp:lastModifiedBy>Maycon Cypriano Batestin</cp:lastModifiedBy>
  <cp:revision>2</cp:revision>
  <dcterms:created xsi:type="dcterms:W3CDTF">2026-06-30T00:40:23Z</dcterms:created>
  <dcterms:modified xsi:type="dcterms:W3CDTF">2026-06-30T01:14:41Z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