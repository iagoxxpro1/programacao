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39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06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395728" y="1755648"/>
            <a:ext cx="6583680" cy="1426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o Seu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Proprio MCP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395728" y="3255264"/>
            <a:ext cx="65836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banco invisivel ao Bob que le, escreve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consulta dados em linguagem natural.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voce vai aprender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135331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DioClass — 4 tabelas no Appwrite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3856" y="16459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aluno, professor, aula, avaliacao — com relacoes entre 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8368" y="22768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2128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Bob nao acessa o banco agora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" y="250545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tentativas, 3 respostas genericas — o ponto de dor estabelecido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07238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API Key no Appwrite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3856" y="336499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-&gt; API Keys -&gt; escopos minimos -&gt; copiar (aparece so uma vez)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8368" y="3995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9319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cria o MCP Global com um unico prompt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3856" y="422452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uvx + mcp-server-appwrite + variavel de ambiente -&gt; conexao ativa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DioClass — 4 Tabelas no Appwrite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21792" y="138988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$id  (PK)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157984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2331720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matricula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505456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turma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679192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ativo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261872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919472" y="138988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19472" y="138988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1810512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$id  (PK)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56048" y="1984248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56048" y="2157984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56048" y="2331720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especialidade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2505456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carga_horaria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56048" y="2679192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ativo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72384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21792" y="320040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0D17A"/>
          </a:solidFill>
          <a:ln w="12700">
            <a:solidFill>
              <a:srgbClr val="00D1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1792" y="320040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21024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$id  (PK)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" y="3794760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" y="3968496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professor_id  (FK)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" y="4142232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data_hora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4315968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duracao_min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" y="4489704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72384"/>
            <a:ext cx="3977640" cy="1627632"/>
          </a:xfrm>
          <a:prstGeom prst="roundRect">
            <a:avLst>
              <a:gd name="adj" fmla="val 393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919472" y="320040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919472" y="320040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avaliacao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56048" y="3621024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$id  (PK)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3794760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aluno_id  (FK)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3968496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aula_id  (FK)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4142232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56048" y="4315968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feedback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56048" y="4489704"/>
            <a:ext cx="362102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Sem MCP — 3 Tentativas, 3 Erros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3D0000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66544" y="137160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"Liste todos os alunos do DioClass"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 "Nao tenho acesso ao seu projeto Appwrite. Acesse o Console em cloud.appwrite.io."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3D0000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2377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3774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66544" y="237744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"Qual professor tem mais aulas cadastradas?"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 "Preciso de acesso ao banco. Posso escrever o codigo SDK, mas nao executo a consulta."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3D0000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338328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66544" y="338328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 conte a historia dos alunos com melhor nota"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67588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 "Sem acesso ao banco nao posso gerar relatorio ou narrativa com dados reais."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8229600" cy="512064"/>
          </a:xfrm>
          <a:prstGeom prst="roundRect">
            <a:avLst>
              <a:gd name="adj" fmla="val 1250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8368" y="4389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64208" y="4389120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tem linguagem e raciocinio — mas nao tem acesso a dados externos. O MCP e a ponte que conecta o Bob ao Appwrite.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18  ·  Formacao IBM Bob — DIO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7316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1, 2 e 3 — Antes de Chamar o Bob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316736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cloud.appwrite.io/console/project-nyc-6a42eead0004c60c8571/settings/keys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310896" cy="310896"/>
          </a:xfrm>
          <a:prstGeom prst="lin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-&gt; API Keys -&gt; Create API Key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310896" cy="310896"/>
          </a:xfrm>
          <a:prstGeom prst="lin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DioClass-MCP  /  Expiracao: Nunca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310896" cy="310896"/>
          </a:xfrm>
          <a:prstGeom prst="lin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8640" y="27066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6148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os escopos abaixo -&gt; Create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310896" cy="310896"/>
          </a:xfrm>
          <a:prstGeom prst="lin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18211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 chave — aparece so uma vez!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1682496"/>
            <a:ext cx="3200400" cy="1316736"/>
          </a:xfrm>
          <a:prstGeom prst="roundRect">
            <a:avLst>
              <a:gd name="adj" fmla="val 4167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32704" y="1746504"/>
            <a:ext cx="29077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ESCOPOS MINIMOS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32704" y="1975104"/>
            <a:ext cx="2907792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databases.read      databases.write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collections.read    collections.write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documents.read      documents.write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attributes.read     indexes.read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03504" y="3831336"/>
            <a:ext cx="44622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INSTALAR O UV  (runtime Python do servidor MCP)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" y="4059936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macOS/Linux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-LsSf https://astral.sh/uv/install.sh | sh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PowerShell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-c "irm https://astral.sh/uv/install.ps1|iex"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--version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76672" y="3767328"/>
            <a:ext cx="3310128" cy="1097280"/>
          </a:xfrm>
          <a:prstGeom prst="roundRect">
            <a:avLst>
              <a:gd name="adj" fmla="val 5000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522976" y="38313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EXPORTAR A CHAVE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22976" y="4059936"/>
            <a:ext cx="30175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~/.zshrc ou ~/.bashrc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APPWRITE_API_KEY="sua-chave"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~/.zshrc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773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18  ·  Formacao IBM Bob — DIO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7316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 — Bob Cria o MCP Global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DIGITA NO BOB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05456" y="1371600"/>
            <a:ext cx="608990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"Adicione o mcp-server-appwrite ao meu MCP global. Project ID: nyc-6a42eead0004c60c8571, endpoint: https://nyc.cloud.appwrite.io/v1, API key via variavel APPWRITE_API_KEY."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localiza o arquivo e insere automaticamente: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5596128" cy="2414016"/>
          </a:xfrm>
          <a:prstGeom prst="roundRect">
            <a:avLst>
              <a:gd name="adj" fmla="val 2273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3504" y="231343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GERADO PELO BOB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" y="2542032"/>
            <a:ext cx="5303520" cy="202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~/.config/Code/User/globalStorage/ibm.bob/mcp.json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"appwrite-dioclass":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"uvx",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   ["mcp-server-appwrite"],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"env":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"APPWRITE_PROJECT_ID": "nyc-6a42eead0004c60c8571",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"APPWRITE_API_KEY":    "${APPWRITE_API_KEY}",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"APPWRITE_ENDPOINT":   "https://nyc.cloud.appwrite.io/v1"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249424"/>
            <a:ext cx="2468880" cy="2414016"/>
          </a:xfrm>
          <a:prstGeom prst="roundRect">
            <a:avLst>
              <a:gd name="adj" fmla="val 2652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82512" y="2359152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fez por voce: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82512" y="2688336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Localizou o mcp.json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512" y="303580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Criou se nao existia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82512" y="338328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Inseriu sem quebrar JSON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73075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Usou variavel de ambiente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82512" y="4078224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Nao expos a chave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Verificando a Conexao + Resumo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92224" y="137160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"Liste os servidores MCP ativos e os tools do appwrite-dioclass"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3504" y="1892808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DO BOB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3504" y="2121408"/>
            <a:ext cx="79369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appwrite-dioclass  OK  conectado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Tools: list_databases / list_collections / list_documents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create_document / update_document / delete_document / (+30 tools)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D17A"/>
          </a:solidFill>
          <a:ln w="12700">
            <a:solidFill>
              <a:srgbClr val="00D1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6928" y="272491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TESTE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40864" y="274320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"Liste as collections do banco dioclass"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3504" y="3328416"/>
            <a:ext cx="79369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collections encontradas — aluno / professor / aula / avaliacao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da Aula 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059936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API Key criada com escopos databases + collections + documents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4242816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uv instalado / chave em variavel de ambiente (nunca no JSON)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4425696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Um prompt -&gt; Bob gera o mcp.json completo, sem edicao manual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4608576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MCP ativo: Bob enxerga e opera o DioClass em linguagem natural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360708a3a18972d2f586f86725bfcaae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632dd81bacdc9e7deeb2f4c85c231b61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EC276D0D-7D11-4E11-8062-A5C0D8C882F3}"/>
</file>

<file path=customXml/itemProps2.xml><?xml version="1.0" encoding="utf-8"?>
<ds:datastoreItem xmlns:ds="http://schemas.openxmlformats.org/officeDocument/2006/customXml" ds:itemID="{55518EAD-71F5-4DA1-AE58-25C36415E306}"/>
</file>

<file path=customXml/itemProps3.xml><?xml version="1.0" encoding="utf-8"?>
<ds:datastoreItem xmlns:ds="http://schemas.openxmlformats.org/officeDocument/2006/customXml" ds:itemID="{662FD8D4-2E9C-410F-8434-84D82512AF08}"/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864</Words>
  <Application>Microsoft Macintosh PowerPoint</Application>
  <PresentationFormat>Apresentação na tela (16:9)</PresentationFormat>
  <Paragraphs>136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18 - Criando o Seu Proprio MCP</dc:title>
  <dc:subject>PptxGenJS Presentation</dc:subject>
  <dc:creator>PptxGenJS</dc:creator>
  <cp:lastModifiedBy>Maycon Cypriano Batestin</cp:lastModifiedBy>
  <cp:revision>3</cp:revision>
  <dcterms:created xsi:type="dcterms:W3CDTF">2026-06-30T00:40:23Z</dcterms:created>
  <dcterms:modified xsi:type="dcterms:W3CDTF">2026-06-30T01:13:10Z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